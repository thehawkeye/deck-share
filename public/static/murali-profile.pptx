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MURALIKRISHNAN B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0E0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Scholar-Practitioner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5120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Leadership  |  Academic Research  |  Endurance Performance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138160" y="137160"/>
            <a:ext cx="640080" cy="640080"/>
          </a:xfrm>
          <a:prstGeom prst="ellipse">
            <a:avLst/>
          </a:prstGeom>
          <a:solidFill>
            <a:srgbClr val="90E0EF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12480" y="347472"/>
            <a:ext cx="411480" cy="411480"/>
          </a:xfrm>
          <a:prstGeom prst="ellipse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05156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0E0EF"/>
            </a:solidFill>
            <a:prstDash val="solid"/>
          </a:ln>
          <a:effectLst>
            <a:outerShdw sx="100000" sy="100000" kx="0" ky="0" algn="bl" rotWithShape="0" blurRad="50800" dist="25400" dir="2700000">
              <a:srgbClr val="03045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051560"/>
            <a:ext cx="4023360" cy="329184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097280"/>
            <a:ext cx="3749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TEACHING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1444752"/>
            <a:ext cx="380390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IIT Kanpur: Leadership at Scale &amp; Disruptive Innovation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ISB: Latitude Leadership Program  |  CUHK: Executive Education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Practice-first pedagogy: scenarios before theory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0E0EF"/>
            </a:solidFill>
            <a:prstDash val="solid"/>
          </a:ln>
          <a:effectLst>
            <a:outerShdw sx="100000" sy="100000" kx="0" ky="0" algn="bl" rotWithShape="0" blurRad="50800" dist="25400" dir="2700000">
              <a:srgbClr val="03045e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51560"/>
            <a:ext cx="4023360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097280"/>
            <a:ext cx="3749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64608" y="1444752"/>
            <a:ext cx="380390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Ecosystems, Switching Costs &amp; Lock-in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JAMS Platform Power Paper (with Manju, Raj, Kiran, Ashish)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"Hermes Unbound" - AI Agent Economy Book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28600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0E0EF"/>
            </a:solidFill>
            <a:prstDash val="solid"/>
          </a:ln>
          <a:effectLst>
            <a:outerShdw sx="100000" sy="100000" kx="0" ky="0" algn="bl" rotWithShape="0" blurRad="50800" dist="25400" dir="2700000">
              <a:srgbClr val="03045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286000"/>
            <a:ext cx="4023360" cy="329184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331720"/>
            <a:ext cx="3749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VENTURES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2679192"/>
            <a:ext cx="380390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LatticeEd: Capability Building, Not Consulting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IIFR Delhi Launch: April 16  |  Network: Rohit Bansal, Raj Srinivas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BECP 2.1Cr  |  BEFM 52.5L  |  IIG 269L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28600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0E0EF"/>
            </a:solidFill>
            <a:prstDash val="solid"/>
          </a:ln>
          <a:effectLst>
            <a:outerShdw sx="100000" sy="100000" kx="0" ky="0" algn="bl" rotWithShape="0" blurRad="50800" dist="25400" dir="2700000">
              <a:srgbClr val="03045e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286000"/>
            <a:ext cx="4023360" cy="32918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331720"/>
            <a:ext cx="3749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ATHLETICS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64608" y="2679192"/>
            <a:ext cx="380390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Ironman 70.3 Duisburg: Aug 16, 2026  |  Goal: Sub-6hr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Marathon Target: Sub-3:30  (Mumbai, Jan 18)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TriDot + Garmin  |  Mon: Rest  |  Strength: 2x/wk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828032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03045E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8828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90E0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LEADERSHIP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292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President, Xiaomi India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COO, Myntra-Jabong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Manager, eBay India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37560" y="48828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90E0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EDUCATION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33756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Mechanical, Osmania Univ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PGDM, IIM Calcutta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Fellow, ISB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72200" y="48828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90E0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PERSONAL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17220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Bangalore, India  |  IST timezone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5:40am wake  |  10pm bed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Mojo (dog)  |  Point-by-point communicator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4901184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Muralikrishnan B - Scholar-Practitioner</dc:title>
  <dc:subject>PptxGenJS Presentation</dc:subject>
  <dc:creator>Lyra</dc:creator>
  <cp:lastModifiedBy>Lyra</cp:lastModifiedBy>
  <cp:revision>1</cp:revision>
  <dcterms:created xsi:type="dcterms:W3CDTF">2026-04-19T07:11:35Z</dcterms:created>
  <dcterms:modified xsi:type="dcterms:W3CDTF">2026-04-19T07:11:35Z</dcterms:modified>
</cp:coreProperties>
</file>